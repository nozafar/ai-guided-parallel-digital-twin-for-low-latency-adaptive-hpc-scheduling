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6400" b="1">
                <a:solidFill>
                  <a:srgbClr val="00E5FF"/>
                </a:solidFill>
                <a:latin typeface="Arial"/>
              </a:defRPr>
            </a:pPr>
            <a:r>
              <a:t>AI-HPC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2800">
                <a:solidFill>
                  <a:srgbClr val="E6EBF0"/>
                </a:solidFill>
                <a:latin typeface="Arial"/>
              </a:defRPr>
            </a:pPr>
            <a:r>
              <a:t>Intelligent Job Scheduling using Reinforcement Learning</a:t>
            </a:r>
            <a:br/>
            <a:br/>
            <a:r>
              <a:t>System Architecture &amp; Research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High-Performance Computing (HPC) clusters suffer from inefficient resource allocation.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Traditional schedulers (like FCFS or SJF) are rigid and fail to adapt to dynamic workloads.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This project introduces an AI-driven Digital Twin for HPC scheduling.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We simulate cluster environments and use Reinforcement Learning (PPO) to learn optimal policies.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Goal: Minimize wait times, maximize resource utilization, and prevent deadlocks autonomously.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Introduction: The HPC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HPC clusters consist of massive compute nodes with CPUs, GPUs, and Memory.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Thousands of jobs arrive continuously with varying resource demands.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Scheduler is the 'brain' of the cluster, deciding WHICH job runs WHEN.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Poor scheduling leads to idle GPUs, blocked pipelines, and wasted millions in energy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The Core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QUESTION: How can we dynamically adapt to unpredictable HPC workloads better than static algorithms?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Sub-problems: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How to avoid cluster fragmentation (bin-packing problem)?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How to prioritize jobs without starving long-running tasks?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How to safely test new algorithms without risking a $10M real-world supercomputer?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Real-world testing is impossible: You cannot pause a supercomputer to test a new algorithm.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Digital Twin solves this: We built a 1:1 simulation environment (SimPy) mimicking an HPC.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AI provides adaptability: RL algorithms can discover 'cheat codes' in scheduling that humans miss.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Bridging domains: Combining Systems Engineering (HPC) with advanced Deep Learning (RL).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The Flaws of Traditional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First-Come, First-Serve (FCFS): Simple, but a massive job blocks the entire cluster.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Shortest Job First (SJF): Good for overall throughput, but massive jobs get starved forever.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Priority Queues: Often abused by users, hard to balance fairness.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None of these learn from past mistakes or adapt to current 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What Our System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Generates or ingests real workload traces (e.g., Alibaba GPU traces).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Pushes jobs into the Digital Twin (SimPy simulator).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RL Agent (PPO) observes the cluster state (queue length, available CPUs/GPUs).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Agent makes a decision: Schedule, Delay, or Skip.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system rewards or penalizes the agent based on wait times and makespan.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The Digital Twin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Cluster: Configurable nodes (e.g., 64 nodes, 32 CPUs, 4 GPUs each).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Simulator (SimPy): Discrete event simulation engine advancing time only when necessary.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Job Pipeline: Simulates arrival times, execution, and resource locking.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Metrics Collector: Tracks CPU/GPU utilization and queue health in real-time.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Methodology: RL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Observation Space (24 dimensions):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Cluster available resources (CPU, GPU, RAM).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Queue length and exact resource demands of the next 5 pending jobs.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Action Space (Discrete):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Action 0: Schedule next job.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Action 1: Delay (Wait for running jobs to finish).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Action 2: Skip first job, schedule the second (solves head-of-line blocking).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Methodology: Reward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A poorly designed reward leads to deadlocks (agent decides to delay forever).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Our Reward Structure: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Penalty: -0.1 per job waiting in the queue per second.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Penalty: -5 for attempting an illegal schedule (job doesn't fit).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Massive Penalty: -100,000 for deadlocking the cluster.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Bonus: +100 for successfully finishing a job.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Training the PPO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Framework: Stable-Baselines3 (Proximal Policy Optimization).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Hardware: CUDA accelerated training.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Episodes: Jobs are chunked into episodes of 100-1000 jobs.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Learning process: The agent explores randomly at first, hits deadlocks, learns the penalties, and eventually figures out optimal bin-packing.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Evaluation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We evaluate the trained RL model against FCFS, SJF, and Priority schedulers.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Metrics Tracked: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Average Waiting Time (How long a job sits in queue).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Makespan (Total time to finish all jobs).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 - Resource Utilization (CPU/GPU uptime).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The simulation pipeline generates automated analytics and interactive dashboards.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Challenge: Time Advancement Logic.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Solution: Adjusted the simulation step so the RL agent can schedule multiple jobs simultaneously.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Challenge: Deadlocks during evaluation (Agent predicts 'Delay' infinitely).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Solution: Implemented a robust fallback mechanism. If the cluster is completely idle, it forces a schedule, guaranteeing progress.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Scale the simulation to millions of jobs using the full 350GB Alibaba GPU trace.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Action Space Expansion: Allow the agent to dynamically select exactly which nodes to allocate to (topology-aware scheduling).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Multi-Agent RL: Have separate agents for CPU-heavy vs GPU-heavy scheduling.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Predictive Scheduling: Integrate XGBoost runtime predictions directly into the RL state.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E5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HPC scheduling is too complex for static heuristic algorithms.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Digital Twins allow zero-risk, high-speed iteration of cluster management software.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Reinforcement Learning, when constrained with robust fallback mechanics and shaped rewards, provides a dynamic, self-optimizing scheduler.</a:t>
            </a:r>
          </a:p>
          <a:p>
            <a:pPr>
              <a:spcAft>
                <a:spcPts val="1200"/>
              </a:spcAft>
              <a:defRPr sz="2200">
                <a:solidFill>
                  <a:srgbClr val="E6EBF0"/>
                </a:solidFill>
                <a:latin typeface="Arial"/>
              </a:defRPr>
            </a:pPr>
            <a:r>
              <a:t>•  This project lays the groundwork for next-generation AI-managed supercomputers.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992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Nomaan Zafar</cp:lastModifiedBy>
  <cp:revision>1</cp:revision>
  <dcterms:created xsi:type="dcterms:W3CDTF">2013-01-27T09:14:16Z</dcterms:created>
  <dcterms:modified xsi:type="dcterms:W3CDTF">2026-10-07T08:08:38Z</dcterms:modified>
  <cp:category/>
</cp:coreProperties>
</file>